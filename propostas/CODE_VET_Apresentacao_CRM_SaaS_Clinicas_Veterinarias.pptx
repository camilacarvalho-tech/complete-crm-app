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CODE Tecnologia Empresarial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801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A0E1A"/>
                </a:solidFill>
                <a:latin typeface="Calibri"/>
              </a:rPr>
              <a:t>CODE VET  · 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CODE VET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4B8A6"/>
                </a:solidFill>
                <a:latin typeface="Calibri"/>
              </a:rPr>
              <a:t>Plataforma Inteligente para Clínicas Veterinárias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1D5DB"/>
                </a:solidFill>
                <a:latin typeface="Calibri"/>
              </a:rPr>
              <a:t>CRM  ·  ERP  ·  Inteligência Artificial  ·  Automação  ·  Business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Apresentado por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Camila Carvalho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Bacharel em Ciência de Dados  ·  CODE Tecnologia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4B8A6"/>
                </a:solidFill>
                <a:latin typeface="Calibri"/>
              </a:rPr>
              <a:t>codetechoficial.com.br  ·  (14) 99690-2902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A3AF"/>
                </a:solidFill>
                <a:latin typeface="Calibri"/>
              </a:rPr>
              <a:t>Apresentação Comercial
Produto SaaS Veterinária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Quem é a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Plataformas SaaS modernas para automatizar, reduzir custos e aumentar produtividade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4114800" cy="4937760"/>
          </a:xfrm>
          <a:prstGeom prst="roundRect">
            <a:avLst>
              <a:gd name="adj" fmla="val 5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41148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Calibri"/>
              </a:rPr>
              <a:t>&lt;/&gt;  Engenharia de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1031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B8A6"/>
                </a:solidFill>
                <a:latin typeface="Calibri"/>
              </a:rPr>
              <a:t>const code = {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D1D5DB"/>
                </a:solidFill>
                <a:latin typeface="Calibri"/>
              </a:rPr>
              <a:t>  crm: true,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D1D5DB"/>
                </a:solidFill>
                <a:latin typeface="Calibri"/>
              </a:rPr>
              <a:t>  erp: true,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0B"/>
                </a:solidFill>
                <a:latin typeface="Calibri"/>
              </a:rPr>
              <a:t>  ai: 'CODE AI',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B82F6"/>
                </a:solidFill>
                <a:latin typeface="Calibri"/>
              </a:rPr>
              <a:t>  cloud: '24/7',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4D399"/>
                </a:solidFill>
                <a:latin typeface="Calibri"/>
              </a:rPr>
              <a:t>  focus: 'resultado'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B8A6"/>
                </a:solidFill>
                <a:latin typeface="Calibri"/>
              </a:rPr>
              <a:t>}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// +300 empresas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// SaaS · Dados ·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2801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1D5DB"/>
                </a:solidFill>
                <a:latin typeface="Calibri"/>
              </a:rPr>
              <a:t>A CODE Tecnologia Empresarial desenvolve plataformas SaaS modernas para empresas que desejam automatizar processos, reduzir custos e aumentar a produtividade.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260604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2606040"/>
            <a:ext cx="64008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71576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CRM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60604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2606040"/>
            <a:ext cx="64008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71576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ERP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338328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60" y="3383280"/>
            <a:ext cx="64008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9300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Inteligência Artificial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338328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3383280"/>
            <a:ext cx="6400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349300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Ciência de Dados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0" y="416052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37760" y="4160520"/>
            <a:ext cx="64008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270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Desenvolvimento Web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16052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4160520"/>
            <a:ext cx="64008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4270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Aplicativos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0" y="493776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37760" y="4937760"/>
            <a:ext cx="64008" cy="6400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504748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Dashboards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21040" y="4937760"/>
            <a:ext cx="320040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4937760"/>
            <a:ext cx="64008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504748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Calibri"/>
              </a:rPr>
              <a:t>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 desafio das clínicas veterinárias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Operação intensa, canais fragmentados e perda de receita por falta de integração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82296" cy="7772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356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Agenda manual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344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4356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Muitos atendimentos pelo WhatsApp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82296" cy="7772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3500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Prontuários em papel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488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14884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3500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Controle financeiro descentralizado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0632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6324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644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Controle de estoque difícil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0632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063240"/>
            <a:ext cx="82296" cy="7772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2644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Vacinas sem acompanhamento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97764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788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Clientes esquecem consultas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776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977640"/>
            <a:ext cx="82296" cy="7772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1788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Falta de indicadores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920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89204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Processos repetitivos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892040"/>
            <a:ext cx="55321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4892040"/>
            <a:ext cx="82296" cy="7772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50932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⚠  Perda de receita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Nossa solução — CODE VET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Uma plataforma completa para administrar toda a clínica em um único lugar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1D5DB"/>
                </a:solidFill>
                <a:latin typeface="Calibri"/>
              </a:rPr>
              <a:t>Integração entre todos os setores. Um sistema. Uma operação. Uma visão.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20240"/>
            <a:ext cx="265176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4B8A6"/>
                </a:solidFill>
                <a:latin typeface="Calibri"/>
              </a:rPr>
              <a:t>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Atendimento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192024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1920240"/>
            <a:ext cx="26517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8803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92024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920240"/>
            <a:ext cx="265176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59E0B"/>
                </a:solidFill>
                <a:latin typeface="Calibri"/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8803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Estoque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92024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920240"/>
            <a:ext cx="265176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8B5CF6"/>
                </a:solidFill>
                <a:latin typeface="Calibri"/>
              </a:rP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8803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84048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840480"/>
            <a:ext cx="265176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4B8A6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384048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3840480"/>
            <a:ext cx="26517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48006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84048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840480"/>
            <a:ext cx="265176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4D399"/>
                </a:solidFill>
                <a:latin typeface="Calibri"/>
              </a:rPr>
              <a:t>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006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3840480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3840480"/>
            <a:ext cx="265176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8B5CF6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8006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Aplicativo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Dashboard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Indicadores em tempo real para decisões rápidas e gestão baseada em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274320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Calibri"/>
              </a:rPr>
              <a:t>R$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74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Receita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2344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234440"/>
            <a:ext cx="274320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Calibri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1874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Lucro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2344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234440"/>
            <a:ext cx="27432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74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Consultas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2344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234440"/>
            <a:ext cx="27432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1508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Calibri"/>
              </a:rPr>
              <a:t>#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1874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Cirurgias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34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27432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108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Vacinas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834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834640"/>
            <a:ext cx="274320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3108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Calibri"/>
              </a:rPr>
              <a:t>#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Internações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834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2834640"/>
            <a:ext cx="27432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108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Novos Clientes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834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89720" y="2834640"/>
            <a:ext cx="274320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3108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Calibri"/>
              </a:rPr>
              <a:t>#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Clientes Ativos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4348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434840"/>
            <a:ext cx="27432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709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R$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29000" y="44348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29000" y="4434840"/>
            <a:ext cx="274320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4709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Calibri"/>
              </a:rPr>
              <a:t>R$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11880" y="5074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Fluxo de Caixa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44348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434840"/>
            <a:ext cx="27432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4709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#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5074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Agendamentos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89720" y="44348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89720" y="4434840"/>
            <a:ext cx="274320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72600" y="4709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alibri"/>
              </a:rPr>
              <a:t>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72600" y="5074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Cancelamentos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CRM Veterinário — o coração do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Cadastro completo de tutores, pets e histórico clínico-financeiro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88720"/>
            <a:ext cx="3611880" cy="5029200"/>
          </a:xfrm>
          <a:prstGeom prst="roundRect">
            <a:avLst>
              <a:gd name="adj" fmla="val 5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88720"/>
            <a:ext cx="361188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6304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3246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Nome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CPF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Telefone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WhatsApp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E-mail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Endereço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Histórico Financeiro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188720"/>
            <a:ext cx="3611880" cy="5029200"/>
          </a:xfrm>
          <a:prstGeom prst="roundRect">
            <a:avLst>
              <a:gd name="adj" fmla="val 5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188720"/>
            <a:ext cx="361188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6304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3246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Nome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Espécie / Raça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Sexo / Peso / Idade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Cor / Foto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Microchip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Castração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Alergias / Medicamentos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Vacinas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188720"/>
            <a:ext cx="3611880" cy="5029200"/>
          </a:xfrm>
          <a:prstGeom prst="roundRect">
            <a:avLst>
              <a:gd name="adj" fmla="val 5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188720"/>
            <a:ext cx="36118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46304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Histórico Médico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011680"/>
            <a:ext cx="3246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Consultas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Exames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Vacinas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Internações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Cirurgias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Receitas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Fotos / Arquivos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D1D5DB"/>
                </a:solidFill>
                <a:latin typeface="Calibri"/>
              </a:rPr>
              <a:t>•  Anexos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Agenda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Organização por profissional, sala e procedimento — com automações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Agenda por médico veterinário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91440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Agenda por sala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23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423160"/>
            <a:ext cx="91440" cy="1005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15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Agenda por procedimento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423160"/>
            <a:ext cx="91440" cy="10058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715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Confirmação automática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66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9144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58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Lembretes inteligentes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566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566160"/>
            <a:ext cx="91440" cy="10058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858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Reagendamento facilitado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09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09160"/>
            <a:ext cx="91440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01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Fila de espera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709160"/>
            <a:ext cx="5532120" cy="10058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709160"/>
            <a:ext cx="91440" cy="1005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001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📅  Integração Google Calendar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Prontuário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Registro clínico completo, seguro e acessível em qualquer momento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80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27432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Consultas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Anamnese, evolução e condutas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27432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331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CID Veterinário padronizado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280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280160"/>
            <a:ext cx="27432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Prescrição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331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Receituário digital estruturado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280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280160"/>
            <a:ext cx="274320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737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Exames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331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Laboratório e laudos anexados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566160"/>
            <a:ext cx="27432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Imagens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17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Raio-X, ultrassom e arquivos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3566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566160"/>
            <a:ext cx="27432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Histórico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617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Linha do tempo do paciente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566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3566160"/>
            <a:ext cx="27432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Receituário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617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Emissão e controle de receitas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3566160"/>
            <a:ext cx="2743200" cy="205740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3566160"/>
            <a:ext cx="27432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Assinatura Digital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617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Validade e rastreabilidade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Financeiro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Controle completo do caixa, faturamento, comissões e indicadores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82296" cy="1371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Contas a pagar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28016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280160"/>
            <a:ext cx="82296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Contas a receber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28016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82296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Fluxo de caixa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28016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280160"/>
            <a:ext cx="82296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37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Mensalidades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83464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82296" cy="1371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Convênios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83464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9000" y="2834640"/>
            <a:ext cx="82296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PIX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3464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834640"/>
            <a:ext cx="82296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Cartão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89720" y="283464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89720" y="2834640"/>
            <a:ext cx="82296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6404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Boletos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38912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389120"/>
            <a:ext cx="82296" cy="1371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NF-e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438912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9000" y="4389120"/>
            <a:ext cx="82296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0332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DRE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438912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4389120"/>
            <a:ext cx="82296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Comissões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438912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9720" y="4389120"/>
            <a:ext cx="82296" cy="137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4846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💰  Relatórios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Estoque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Controle de insumos críticos com validade, lote e reposição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Calibri"/>
              </a:rPr>
              <a:t>Categorias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45920"/>
            <a:ext cx="53035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45920"/>
            <a:ext cx="82296" cy="7772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Medicamentos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14600"/>
            <a:ext cx="53035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514600"/>
            <a:ext cx="82296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157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Vacinas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53035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383280"/>
            <a:ext cx="82296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84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Produtos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51960"/>
            <a:ext cx="53035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51960"/>
            <a:ext cx="82296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4531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20640"/>
            <a:ext cx="5303520" cy="77724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20640"/>
            <a:ext cx="82296" cy="7772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3218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Materiais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Controles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64592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64592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Controle por lote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37744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2377440"/>
            <a:ext cx="82296" cy="6400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2514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Validade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10896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108960"/>
            <a:ext cx="82296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246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Fornecedor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84048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840480"/>
            <a:ext cx="82296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977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Compra automática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457200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4572000"/>
            <a:ext cx="82296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709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Estoque mínimo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5303520"/>
            <a:ext cx="5303520" cy="640080"/>
          </a:xfrm>
          <a:prstGeom prst="roundRect">
            <a:avLst>
              <a:gd name="adj" fmla="val 12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5303520"/>
            <a:ext cx="82296" cy="6400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Calibri"/>
              </a:rPr>
              <a:t>✓  Código de barras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Inteligência Artificial — CODE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Automação inteligente para atendimento, operação e crescimento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21488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B8A6"/>
                </a:solidFill>
                <a:latin typeface="Calibri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Responder clientes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371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1371600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011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B82F6"/>
                </a:solidFill>
                <a:latin typeface="Calibri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Triagem inicial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1371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1371600"/>
            <a:ext cx="21488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011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B5CF6"/>
                </a:solidFill>
                <a:latin typeface="Calibri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Agendar consultas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71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371600"/>
            <a:ext cx="21488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011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4D399"/>
                </a:solidFill>
                <a:latin typeface="Calibri"/>
              </a:rPr>
              <a:t>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Responder WhatsApp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1371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46920" y="1371600"/>
            <a:ext cx="21488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011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Analisar indicadores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657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657600"/>
            <a:ext cx="21488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B8A6"/>
                </a:solidFill>
                <a:latin typeface="Calibri"/>
              </a:rPr>
              <a:t>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54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Criar campanhas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3657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8920" y="3657600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0" y="4297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B82F6"/>
                </a:solidFill>
                <a:latin typeface="Calibri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4754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Enviar lembretes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3657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4920" y="3657600"/>
            <a:ext cx="21488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4297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8B5CF6"/>
                </a:solidFill>
                <a:latin typeface="Calibri"/>
              </a:rPr>
              <a:t>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754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Prever demanda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60920" y="3657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60920" y="3657600"/>
            <a:ext cx="21488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0" y="4297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4754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Gerar relatórios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46920" y="365760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46920" y="3657600"/>
            <a:ext cx="21488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84080" y="429768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4D399"/>
                </a:solidFill>
                <a:latin typeface="Calibri"/>
              </a:rPr>
              <a:t>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754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Analisar iniciativas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Automações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Comunicação e marketing contínuos sem retrabalho da equipe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8016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269748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Canais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37744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WhatsApp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SMS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8912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E-mail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28016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1280160"/>
            <a:ext cx="269748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1645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Lembretes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237744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2606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Vacina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338328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3611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Retorno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438912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461772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Aniversário do Pet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128016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1280160"/>
            <a:ext cx="269748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1645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Relacionamento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237744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606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Pesquisa de satisfação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338328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611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Cobranças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46520" y="438912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61772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Marketing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280160"/>
            <a:ext cx="2697480" cy="484632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0" y="1280160"/>
            <a:ext cx="269748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1645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Crescimento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237744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64040" y="2606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Campanhas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338328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64040" y="3611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Remarketing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0" y="4389120"/>
            <a:ext cx="2331720" cy="822960"/>
          </a:xfrm>
          <a:prstGeom prst="roundRect">
            <a:avLst>
              <a:gd name="adj" fmla="val 15000"/>
            </a:avLst>
          </a:prstGeom>
          <a:solidFill>
            <a:srgbClr val="15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461772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Calibri"/>
              </a:rPr>
              <a:t>Reativação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Aplicativo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Experiência digital para a clínica e para o tutor — codetechoficial.com.br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3840480" cy="484632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280160"/>
            <a:ext cx="384048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App da Clínica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Tutor acompanha tudo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5176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Vacinas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Exames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Receitas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Agendamento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Carteira Digital do Pet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Notificações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5E7EB"/>
                </a:solidFill>
                <a:latin typeface="Calibri"/>
              </a:rPr>
              <a:t>✓  Chat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280160"/>
            <a:ext cx="6583680" cy="105156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128016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463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Carteira Digital do Pet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8288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Histórico vacinal e documentos sempre à mão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2468880"/>
            <a:ext cx="6583680" cy="105156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60" y="2468880"/>
            <a:ext cx="91440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6517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Agendamento online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01752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Marque e remarque com poucos toques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0" y="3657600"/>
            <a:ext cx="6583680" cy="105156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37760" y="3657600"/>
            <a:ext cx="91440" cy="10515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38404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Chat &amp; Notificações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206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Comunicação direta com a clínica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0" y="4846320"/>
            <a:ext cx="6583680" cy="105156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37760" y="4846320"/>
            <a:ext cx="91440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502920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Exames e Receitas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539496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Acesso rápido a resultados e prescrições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Benefícios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Resultados práticos na operação, no atendimento e no faturamento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21488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4B8A6"/>
                </a:solidFill>
                <a:latin typeface="Calibri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Redução de custos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463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1463040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103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3B82F6"/>
                </a:solidFill>
                <a:latin typeface="Calibri"/>
              </a:rPr>
              <a:t>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560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Mais produtividade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1463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1463040"/>
            <a:ext cx="21488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103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Calibri"/>
              </a:rPr>
              <a:t>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560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Mais organização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463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463040"/>
            <a:ext cx="21488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103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59E0B"/>
                </a:solidFill>
                <a:latin typeface="Calibri"/>
              </a:rPr>
              <a:t>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2560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Menos retrabalho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1463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46920" y="1463040"/>
            <a:ext cx="21488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103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34D399"/>
                </a:solidFill>
                <a:latin typeface="Calibr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2560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Atendimento rápido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749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49040"/>
            <a:ext cx="21488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389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4B8A6"/>
                </a:solidFill>
                <a:latin typeface="Calibri"/>
              </a:rP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46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Mais operação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88920" y="3749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88920" y="3749040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0" y="4389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3B82F6"/>
                </a:solidFill>
                <a:latin typeface="Calibri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4846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Clientes fidelizados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3749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4920" y="3749040"/>
            <a:ext cx="21488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4389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Calibri"/>
              </a:rPr>
              <a:t>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846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Gestão completa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60920" y="3749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60920" y="3749040"/>
            <a:ext cx="21488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0" y="4389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59E0B"/>
                </a:solidFill>
                <a:latin typeface="Calibri"/>
              </a:rPr>
              <a:t>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4846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Segurança dos dados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46920" y="3749040"/>
            <a:ext cx="2148840" cy="2011680"/>
          </a:xfrm>
          <a:prstGeom prst="roundRect">
            <a:avLst>
              <a:gd name="adj" fmla="val 8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46920" y="3749040"/>
            <a:ext cx="21488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84080" y="438912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34D399"/>
                </a:solidFill>
                <a:latin typeface="Calibri"/>
              </a:rPr>
              <a:t>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84632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Escalabilidade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65760"/>
            <a:ext cx="91440" cy="38404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Roteiro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Do levantamento de requisitos à implantação e suporte contínuo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34440"/>
            <a:ext cx="2148840" cy="493776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214884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Calibri"/>
              </a:rPr>
              <a:t>Fase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745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Descoberta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68880"/>
            <a:ext cx="1920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1D5DB"/>
                </a:solidFill>
                <a:latin typeface="Calibri"/>
              </a:rPr>
              <a:t>Levantamento de requisitos
Protótipos (UI/UX)
Aprovação do fluxo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234440"/>
            <a:ext cx="2148840" cy="493776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1234440"/>
            <a:ext cx="21488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508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Fase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8745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Core CRM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468880"/>
            <a:ext cx="1920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1D5DB"/>
                </a:solidFill>
                <a:latin typeface="Calibri"/>
              </a:rPr>
              <a:t>Desenvolvimento do CRM
Agenda
Tutores e pets
Prontuário digital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1234440"/>
            <a:ext cx="2148840" cy="493776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1234440"/>
            <a:ext cx="214884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60" y="1508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Calibri"/>
              </a:rPr>
              <a:t>Fase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18745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Gestão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468880"/>
            <a:ext cx="1920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1D5DB"/>
                </a:solidFill>
                <a:latin typeface="Calibri"/>
              </a:rPr>
              <a:t>Financeiro
Estoque
Relatórios
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1234440"/>
            <a:ext cx="2148840" cy="493776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234440"/>
            <a:ext cx="214884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508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Fase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18745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Inteligência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468880"/>
            <a:ext cx="1920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1D5DB"/>
                </a:solidFill>
                <a:latin typeface="Calibri"/>
              </a:rPr>
              <a:t>CODE AI
WhatsApp
Automações
App Mobile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1234440"/>
            <a:ext cx="2148840" cy="4937760"/>
          </a:xfrm>
          <a:prstGeom prst="roundRect">
            <a:avLst>
              <a:gd name="adj" fmla="val 6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1234440"/>
            <a:ext cx="2148840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1508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4D399"/>
                </a:solidFill>
                <a:latin typeface="Calibri"/>
              </a:rPr>
              <a:t>Fase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187451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Go-Live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2468880"/>
            <a:ext cx="1920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1D5DB"/>
                </a:solidFill>
                <a:latin typeface="Calibri"/>
              </a:rPr>
              <a:t>Testes
Implantação
Treinamento
Suporte contínuo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CODE VET  ·  CODE Tecnologia Empresarial  ·  codetechoficial.com.br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65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097280"/>
            <a:ext cx="3840480" cy="36576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A0E1A"/>
                </a:solidFill>
                <a:latin typeface="Calibri"/>
              </a:rPr>
              <a:t>VAMOS TRANSFORMAR SUA CLÍNICA?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CODE Tecnologia Empresarial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3172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4B8A6"/>
                </a:solidFill>
                <a:latin typeface="Calibri"/>
              </a:rPr>
              <a:t>Tecnologia que impulsiona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CRM  ·  ERP  ·  IA  ·  Automação  ·  App  ·  Business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3566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794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codetechoficial.com.br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3566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794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WhatsApp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(14) 99690-2902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566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111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794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Apresentação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06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Camila Carvalho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Calibri"/>
              </a:rPr>
              <a:t>Bacharel em Ciência de Dados  ·  CODE Tecnologia Empresarial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CA3AF"/>
                </a:solidFill>
                <a:latin typeface="Calibri"/>
              </a:rPr>
              <a:t>Não entregamos apenas um sistema — entregamos uma plataforma SaaS completa
para gestão veterinária: CRM, ERP, prontuário, agenda, financeiro, estoque, IA 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