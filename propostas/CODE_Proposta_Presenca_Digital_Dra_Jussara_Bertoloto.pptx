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0A0E1A"/>
                </a:solidFill>
                <a:latin typeface="Calibri"/>
              </a:rPr>
              <a:t>PROJETO DE PRESENÇA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Dra. Jussara Bertoloto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B8A6"/>
                </a:solidFill>
                <a:latin typeface="Calibri"/>
              </a:rPr>
              <a:t>Especialista em Tratamento de Feridas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Proposta comercial de Landing Page Premium + Estratégia Digital
para geração de pacientes e autoridade médica online.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Desenvolvido por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CODE Tecnologia Empresarial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Calibri"/>
              </a:rPr>
              <a:t>codetechoficial.com.br  ·  (14) 99690-2902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669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A3AF"/>
                </a:solidFill>
                <a:latin typeface="Calibri"/>
              </a:rPr>
              <a:t>Apresentação Comercial
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Visão geral do conteúdo desta proposta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Quem Somos —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O Problema de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Produtos &amp; Serviços da Dra. Jussara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Solução CODE (LP + Estratégia)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Estrutura da Landing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Estratégia de Tráfego &amp; Visibilidade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Infraestrutura Técnica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Resultados Esperados (90 dias)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Por que a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617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Vamos Começar — Contato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Quem Somos — CODE Tecnologia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Ecossistemas completos de tecnologia, automação e marketing de alta conversão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  <a:latin typeface="Calibri"/>
              </a:rPr>
              <a:t>A CODE Tecnologia Empresarial é especializada em ecossistemas completos de tecnologia, automação e marketing de alta conversão.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Desenvolvimento de Sistemas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Nexus CRM / ERP e plataformas sob medida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202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7315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4688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Landing Pages &amp; Sites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Alta conversão e presença institucional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9202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920240"/>
            <a:ext cx="73152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Automação &amp; Inteligência Artificial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Processos inteligentes e atendimento com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3872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538728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7673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0873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Gestão de Tráfego Pago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5312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Google Ads &amp; Meta Ads com foco em 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53872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538728"/>
            <a:ext cx="7315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7673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0873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SEO Estratégico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Posicionamento no topo do Google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53872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538728"/>
            <a:ext cx="7315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7673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0873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Suporte Contínuo 24/7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45312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Acompanhamento técnico e comercial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alibri"/>
              </a:rPr>
              <a:t>+300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empresas transformadas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alibri"/>
              </a:rPr>
              <a:t>+50K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atendimentos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alibri"/>
              </a:rPr>
              <a:t>98%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de satisfação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alibri"/>
              </a:rPr>
              <a:t>24/7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suporte disponível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Problema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Pacientes e familiares buscam soluções urgentes no Google — todos os dias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Calibri"/>
              </a:rPr>
              <a:t>Buscas reais de pacientes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852160" cy="6400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🔍  "Curativo especializado perto de mim"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5852160" cy="6400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91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🔍  "Tratamento para pé diabético e escaras"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5852160" cy="6400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🔍  "Enfermeira especialista em feridas a domicílio"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5852160" cy="6400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336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🔍  "Avaliação de lesões de difícil cicatrização"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63440" cy="393192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737360"/>
            <a:ext cx="4663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A Consequência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6060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Sem uma presença digital otimizada e de alta autoridade, esses pacientes encontram concorrentes ou serviços genéricos.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Cada dia sem posicionamento é uma oportunidade de atendimento e agendamento perdida.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→ Visibilidade zero no momento de decisão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→ Agenda vazia por falta de demanda captada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→ Autoridade médica não comunicada online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Produtos e Serviços da Dra. Jussara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Mapeamento completo dos atendimentos, tratamentos e procedimentos especializados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356616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Tratamento de Lesões Complexas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Tratamento especializado para Pé Diabético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Cuidado avançado de Escaras (Úlceras por Pressão)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Tratamento de Úlceras Venosas e Arteriais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Cuidados com Queimaduras e Feridas Cirúrgicas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Terapia Avançada &amp; Coberturas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Aplicação de curativos especiais e tecnologia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  de cicatrização acelerada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Desbridamento (remoção de tecido desvitalizado)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Avaliação e acompanhamento contínuo da lesão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Modalidades de Atendimento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Atendimento Domiciliar (Home Care)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  Conforto e segurança no lar do paciente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• Consultório Especializado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  Infraestrutura completa para procedimentos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Solução CODE — Landing Page + Estratégia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Estrutura digital projetada para transmitir autoridade médica e converter em agendamentos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91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9047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Design Dark /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Cores modernas, elementos visuais tecnológicos e navegação fluida.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877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Foco em 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260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Botões estratégicos de WhatsApp em pontos-chave da página.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04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20440"/>
            <a:ext cx="9144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49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8503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Infraestrutura Completa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233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Hospedagem SSD de alta velocidade, certificado SSL e proteção anti-spam.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823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Rastreamento de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206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Métricas via Google Analytics 4, Meta Pixel e Google Tag Manager.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Estrutura Detalhada da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Arquitetura de seções otimizada para autoridade e conversão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Hero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Título de alto impacto + CTA imediata para WhatsApp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Sobre a Dra. Jussara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Trajetória, qualificações e diferenciais profissionais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23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Serviços &amp; Especialidades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Exposição clara de todos os tratamentos para feridas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23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Atendimento Domiciliar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Benefícios e comodidade do atendimento em casa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Depoimentos &amp; Casos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Prova social com relatos reais para gerar confiança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566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Como Funciona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Passo a passo: da triagem inicial ao tratamento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09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37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Perguntas Frequentes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Respostas sobre prazos, atendimentos e planos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70916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37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Localização &amp; Contato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Maps, telefone, e-mail e formulário inteligente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Estratégia de Tráfego &amp; Visibilidade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Captura de demanda urgente + construção de autoridade + SEO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Anúncios na Busca 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Captura de demanda urgente: exibição imediata para quem pesquisa tratamento de feridas na região.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Controle total do investimento: cobrança apenas por cliques efetivos e qualificados.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35661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Meta 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Calibri"/>
              </a:rPr>
              <a:t>Instagram &amp; Facebook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Anúncios educativos &amp; autoridade: vídeos, carrosséis de prevenção e Stories interativos.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Remarketing inteligente: reimpacta visitantes da Landing Page até a conversão.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56616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Google Meu Negócio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SEO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Topo do Mapa do Google: perfil 100% otimizado com fotos, horários e link de agendamento.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Gestão de reputação: estratégia contínua para captação de avaliações 5 estrelas.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Infraestrutura Técnica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Performance, integrações e segurança para uma operação digital confiável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356616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Tecnologia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Landing page 100% responsiva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729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Hospedagem SSD ultra-rápida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58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CDN Global para velocidade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348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44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Otimização de Core Web Vitals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37160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137160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Integrações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23774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487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WhatsApp Business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0632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1729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Formulário inteligente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7490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858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Automações de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44348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544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CRM / captura de leads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37160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23774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487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Backup automático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30632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31729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Certificado SSL (HTTPS)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7490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858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Proteção contra ataques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443484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544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✓  Monitoramento contínuo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Resultados Esperados (em até 90 dias)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Metas de visibilidade, agenda e retorno sobre investimento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9144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3898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Visibilidade Máxima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91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Posicionamento forte na região de atuação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2585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Novos Pacientes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560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Fluxo constante de leads e agendamentos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9144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00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1272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Autoridade Médica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29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Reconhecimento em tratamento de feridas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862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995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Agenda Preenchida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2976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Faturamento mais previsível e estável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91440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37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646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ROI Positivo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1663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Retorno estimado entre 60 e 90 dias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9319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Por que a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Tecnologia própria, foco em conversão e compromisso com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Tecnologia Empresarial  ·  codetechoficial.com.br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91440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+300 empresas transformadas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Track record comprovado em múltiplos segmentos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91440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Plataformas próprias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Nexus CRM, ERP e soluções com Inteligência Artificial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80360"/>
            <a:ext cx="91440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Foco em métricas e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11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Decisões baseadas em dados, conversão e retorno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8036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91440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Garantia de qualidade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611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Suporte contínuo e prazos cumpridos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Calibri"/>
              </a:rPr>
              <a:t>"A CODE não entrega apenas um site.
Entregamos uma máquina de geração de pacientes."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18872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A0E1A"/>
                </a:solidFill>
                <a:latin typeface="Calibri"/>
              </a:rPr>
              <a:t>VAMOS COMEÇAR?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CODE Tecnologia Empresarial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CA3AF"/>
                </a:solidFill>
                <a:latin typeface="Calibri"/>
              </a:rPr>
              <a:t>Soluções completas para automatizar, vender mais e crescer com inteligência.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4747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codetechoficial.com.br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4747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3703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(14) 99690-2902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4747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03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E-mail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contato@codetechoficial.com.br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Dra. Jussara Bertoloto  ·  Projeto de Presença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Landing Page Premium  ·  Tráfego Pago  ·  SEO Local  ·  Infraestrutura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